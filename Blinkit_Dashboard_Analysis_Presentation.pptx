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0" y="2130425"/>
            <a:ext cx="3810000" cy="1470025"/>
          </a:xfrm>
        </p:spPr>
        <p:txBody>
          <a:bodyPr>
            <a:normAutofit/>
          </a:bodyPr>
          <a:lstStyle/>
          <a:p>
            <a:r>
              <a:rPr lang="en-US" sz="2800" b="1" dirty="0" err="1"/>
              <a:t>Blink</a:t>
            </a:r>
            <a:r>
              <a:rPr lang="en-US" sz="2800" b="1" dirty="0" err="1">
                <a:solidFill>
                  <a:srgbClr val="00B050"/>
                </a:solidFill>
              </a:rPr>
              <a:t>It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b="1" dirty="0"/>
              <a:t>Sales Dashboard Analysis</a:t>
            </a:r>
            <a:endParaRPr sz="2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0" y="3886200"/>
            <a:ext cx="3810000" cy="421849"/>
          </a:xfrm>
        </p:spPr>
        <p:txBody>
          <a:bodyPr>
            <a:normAutofit/>
          </a:bodyPr>
          <a:lstStyle/>
          <a:p>
            <a:r>
              <a:rPr sz="1600" dirty="0">
                <a:solidFill>
                  <a:schemeClr val="tx1"/>
                </a:solidFill>
              </a:rPr>
              <a:t>Presented by: Sinchana 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90A308-F040-A65F-CB2B-A574B4801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9828"/>
            <a:ext cx="8229600" cy="702296"/>
          </a:xfrm>
        </p:spPr>
        <p:txBody>
          <a:bodyPr>
            <a:normAutofit fontScale="90000"/>
          </a:bodyPr>
          <a:lstStyle/>
          <a:p>
            <a:r>
              <a:rPr dirty="0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51868"/>
            <a:ext cx="8229600" cy="2374295"/>
          </a:xfrm>
        </p:spPr>
        <p:txBody>
          <a:bodyPr>
            <a:normAutofit lnSpcReduction="10000"/>
          </a:bodyPr>
          <a:lstStyle/>
          <a:p>
            <a:endParaRPr dirty="0"/>
          </a:p>
          <a:p>
            <a:pPr lvl="1"/>
            <a:r>
              <a:rPr sz="2600" dirty="0"/>
              <a:t>Understand sales performance</a:t>
            </a:r>
          </a:p>
          <a:p>
            <a:pPr lvl="1"/>
            <a:r>
              <a:rPr sz="2600" dirty="0"/>
              <a:t>Analyze item</a:t>
            </a:r>
            <a:r>
              <a:rPr lang="en-IN" sz="2600" dirty="0"/>
              <a:t> which item types sell more</a:t>
            </a:r>
          </a:p>
          <a:p>
            <a:pPr lvl="1"/>
            <a:r>
              <a:rPr lang="en-IN" sz="2600" dirty="0"/>
              <a:t>To check </a:t>
            </a:r>
            <a:r>
              <a:rPr sz="2600" dirty="0"/>
              <a:t>outlet size, </a:t>
            </a:r>
            <a:r>
              <a:rPr lang="en-IN" sz="2600" dirty="0"/>
              <a:t>and location </a:t>
            </a:r>
            <a:r>
              <a:rPr sz="2600" dirty="0"/>
              <a:t>performance</a:t>
            </a:r>
          </a:p>
          <a:p>
            <a:pPr lvl="1"/>
            <a:r>
              <a:rPr sz="2600" dirty="0"/>
              <a:t>Support business </a:t>
            </a:r>
            <a:r>
              <a:rPr sz="2600" dirty="0" err="1"/>
              <a:t>decisio</a:t>
            </a:r>
            <a:r>
              <a:rPr lang="en-IN" sz="2600" dirty="0"/>
              <a:t>ns using data</a:t>
            </a:r>
            <a:endParaRPr sz="2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AE0834-33C0-6F84-F60C-3A8C3DD1A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2098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C4D0D-2E18-AD8D-CFD2-0F1088055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sz="4900" dirty="0"/>
            </a:br>
            <a:br>
              <a:rPr lang="en-IN" sz="4900" dirty="0"/>
            </a:br>
            <a:r>
              <a:rPr lang="en-IN" sz="4900" dirty="0"/>
              <a:t>Key </a:t>
            </a:r>
            <a:r>
              <a:rPr lang="en-IN" dirty="0"/>
              <a:t>Performance</a:t>
            </a:r>
            <a:r>
              <a:rPr lang="en-IN" sz="4900" dirty="0"/>
              <a:t> Metrics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5093520-510A-840B-0B03-5FCB272E7ECE}"/>
              </a:ext>
            </a:extLst>
          </p:cNvPr>
          <p:cNvSpPr/>
          <p:nvPr/>
        </p:nvSpPr>
        <p:spPr>
          <a:xfrm>
            <a:off x="6532776" y="2373672"/>
            <a:ext cx="1593130" cy="186650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dirty="0"/>
              <a:t>Average Rating: </a:t>
            </a:r>
          </a:p>
          <a:p>
            <a:pPr algn="ctr"/>
            <a:r>
              <a:rPr lang="en-IN" dirty="0"/>
              <a:t>3.9</a:t>
            </a:r>
          </a:p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5C01DB1-E732-A4E5-E75A-11721B9E92B4}"/>
              </a:ext>
            </a:extLst>
          </p:cNvPr>
          <p:cNvSpPr/>
          <p:nvPr/>
        </p:nvSpPr>
        <p:spPr>
          <a:xfrm>
            <a:off x="793422" y="2373673"/>
            <a:ext cx="1593130" cy="186650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Total Sales: $1.20M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CB64DE1-AC0F-8891-4C53-D094BC409B40}"/>
              </a:ext>
            </a:extLst>
          </p:cNvPr>
          <p:cNvSpPr/>
          <p:nvPr/>
        </p:nvSpPr>
        <p:spPr>
          <a:xfrm>
            <a:off x="4639559" y="2373671"/>
            <a:ext cx="1593130" cy="186650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Average Sales per Item: </a:t>
            </a:r>
          </a:p>
          <a:p>
            <a:pPr algn="ctr"/>
            <a:r>
              <a:rPr lang="en-US" dirty="0"/>
              <a:t>$141</a:t>
            </a:r>
          </a:p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14BFCE8-FD47-D0FE-E264-9995CEAE1152}"/>
              </a:ext>
            </a:extLst>
          </p:cNvPr>
          <p:cNvSpPr/>
          <p:nvPr/>
        </p:nvSpPr>
        <p:spPr>
          <a:xfrm>
            <a:off x="2746342" y="2373673"/>
            <a:ext cx="1593130" cy="186650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dirty="0"/>
              <a:t>Number of Items: </a:t>
            </a:r>
          </a:p>
          <a:p>
            <a:pPr algn="ctr"/>
            <a:r>
              <a:rPr lang="en-IN" dirty="0"/>
              <a:t>8523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8145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C694B8F-9814-754C-BFC0-EDD93223D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Sales Trade Over Time</a:t>
            </a: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682" y="1600200"/>
            <a:ext cx="4326118" cy="4525963"/>
          </a:xfrm>
        </p:spPr>
        <p:txBody>
          <a:bodyPr/>
          <a:lstStyle/>
          <a:p>
            <a:endParaRPr dirty="0"/>
          </a:p>
          <a:p>
            <a:pPr lvl="1"/>
            <a:r>
              <a:rPr dirty="0"/>
              <a:t>Shows sales performance over the years</a:t>
            </a:r>
          </a:p>
          <a:p>
            <a:pPr lvl="1"/>
            <a:r>
              <a:rPr dirty="0"/>
              <a:t>Identifies peak and low periods</a:t>
            </a:r>
          </a:p>
          <a:p>
            <a:pPr lvl="1"/>
            <a:r>
              <a:rPr dirty="0"/>
              <a:t>Helps understand business growth</a:t>
            </a:r>
            <a:r>
              <a:rPr lang="en-IN" dirty="0"/>
              <a:t> over time</a:t>
            </a:r>
            <a:endParaRPr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4F694F1-AD03-2823-E907-2511D2C5EF2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8200" y="2281287"/>
            <a:ext cx="4038600" cy="2549559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70202"/>
            <a:ext cx="8229600" cy="1046374"/>
          </a:xfrm>
        </p:spPr>
        <p:txBody>
          <a:bodyPr>
            <a:normAutofit/>
          </a:bodyPr>
          <a:lstStyle/>
          <a:p>
            <a:r>
              <a:rPr sz="4000" dirty="0"/>
              <a:t>Item Type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4294967295"/>
          </p:nvPr>
        </p:nvSpPr>
        <p:spPr>
          <a:xfrm>
            <a:off x="0" y="2686639"/>
            <a:ext cx="5910606" cy="3785360"/>
          </a:xfrm>
        </p:spPr>
        <p:txBody>
          <a:bodyPr>
            <a:normAutofit/>
          </a:bodyPr>
          <a:lstStyle/>
          <a:p>
            <a:endParaRPr dirty="0"/>
          </a:p>
          <a:p>
            <a:pPr lvl="1"/>
            <a:r>
              <a:rPr sz="2400" dirty="0"/>
              <a:t>Shows which item categories make the highest sales</a:t>
            </a:r>
          </a:p>
          <a:p>
            <a:pPr lvl="1"/>
            <a:r>
              <a:rPr sz="2400" dirty="0"/>
              <a:t>Snack foods and dairy have top performance</a:t>
            </a:r>
          </a:p>
          <a:p>
            <a:pPr lvl="1"/>
            <a:r>
              <a:rPr sz="2400" dirty="0"/>
              <a:t> </a:t>
            </a:r>
            <a:r>
              <a:rPr lang="en-IN" sz="2400" dirty="0"/>
              <a:t>Useful </a:t>
            </a:r>
            <a:r>
              <a:rPr sz="2400" dirty="0"/>
              <a:t>for </a:t>
            </a:r>
            <a:r>
              <a:rPr lang="en-IN" sz="2400" dirty="0"/>
              <a:t>business focus on high</a:t>
            </a:r>
            <a:r>
              <a:rPr sz="2400" dirty="0"/>
              <a:t> demand </a:t>
            </a:r>
            <a:r>
              <a:rPr lang="en-IN" sz="2400" dirty="0"/>
              <a:t>categories</a:t>
            </a:r>
            <a:endParaRPr sz="24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FB6FC05-B645-F21A-938F-C10634B1D138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/>
          <a:stretch>
            <a:fillRect/>
          </a:stretch>
        </p:blipFill>
        <p:spPr>
          <a:xfrm>
            <a:off x="6343650" y="2869963"/>
            <a:ext cx="2343150" cy="3602037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D3F1DA3-74D8-BB3A-B8A8-326E7632D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21870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39365"/>
            <a:ext cx="8229600" cy="1131216"/>
          </a:xfrm>
        </p:spPr>
        <p:txBody>
          <a:bodyPr/>
          <a:lstStyle/>
          <a:p>
            <a:r>
              <a:rPr dirty="0"/>
              <a:t>Fat </a:t>
            </a:r>
            <a:r>
              <a:rPr sz="4000" dirty="0"/>
              <a:t>Content</a:t>
            </a:r>
            <a:r>
              <a:rPr dirty="0"/>
              <a:t>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755823" cy="4525963"/>
          </a:xfrm>
        </p:spPr>
        <p:txBody>
          <a:bodyPr/>
          <a:lstStyle/>
          <a:p>
            <a:endParaRPr dirty="0"/>
          </a:p>
          <a:p>
            <a:pPr lvl="1"/>
            <a:r>
              <a:rPr dirty="0"/>
              <a:t>Comparison between Low Fat and Regular categories</a:t>
            </a:r>
          </a:p>
          <a:p>
            <a:pPr lvl="1"/>
            <a:r>
              <a:rPr dirty="0"/>
              <a:t>Shows total sales contribution of each group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7148B8D-474F-0104-61E1-6B6939D361A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91396" y="1850010"/>
            <a:ext cx="2851326" cy="3157979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sz="4000" b="0" dirty="0"/>
              <a:t>Outlet Size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endParaRPr lang="en-US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sz="2400" dirty="0"/>
          </a:p>
          <a:p>
            <a:pPr marL="1143000" lvl="1" indent="-685800">
              <a:buSzPct val="85000"/>
              <a:buFont typeface="Calibri" panose="020F0502020204030204" pitchFamily="34" charset="0"/>
              <a:buChar char="―"/>
            </a:pPr>
            <a:r>
              <a:rPr sz="2400" dirty="0"/>
              <a:t>Medium outlets show highest sales</a:t>
            </a:r>
          </a:p>
          <a:p>
            <a:pPr marL="1143000" lvl="1" indent="-685800">
              <a:buSzPct val="85000"/>
              <a:buFont typeface="Calibri" panose="020F0502020204030204" pitchFamily="34" charset="0"/>
              <a:buChar char="―"/>
            </a:pPr>
            <a:r>
              <a:rPr lang="en-IN" dirty="0"/>
              <a:t>Helps in planning new</a:t>
            </a:r>
            <a:r>
              <a:rPr sz="2400" dirty="0"/>
              <a:t> outlet </a:t>
            </a:r>
            <a:r>
              <a:rPr lang="en-IN" dirty="0"/>
              <a:t>openings</a:t>
            </a:r>
            <a:endParaRPr lang="en-US" sz="2400" dirty="0"/>
          </a:p>
          <a:p>
            <a:pPr lvl="1"/>
            <a:endParaRPr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A34241-0032-9434-841D-FF736E5B4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107" y="2434295"/>
            <a:ext cx="3186260" cy="30426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Outlet Location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72620"/>
            <a:ext cx="4038600" cy="4853544"/>
          </a:xfrm>
        </p:spPr>
        <p:txBody>
          <a:bodyPr/>
          <a:lstStyle/>
          <a:p>
            <a:endParaRPr dirty="0"/>
          </a:p>
          <a:p>
            <a:pPr lvl="1"/>
            <a:r>
              <a:rPr dirty="0"/>
              <a:t>Tier 3 contributes highest sales</a:t>
            </a:r>
          </a:p>
          <a:p>
            <a:pPr lvl="1"/>
            <a:r>
              <a:rPr lang="en-US" dirty="0"/>
              <a:t>Tier 2 Locations come next.</a:t>
            </a:r>
          </a:p>
          <a:p>
            <a:pPr lvl="1"/>
            <a:r>
              <a:rPr lang="en-US" dirty="0"/>
              <a:t>Tier 1 Locations contribute the least sales.</a:t>
            </a:r>
            <a:endParaRPr dirty="0"/>
          </a:p>
          <a:p>
            <a:pPr lvl="1"/>
            <a:r>
              <a:rPr dirty="0"/>
              <a:t>Helps identify high-performing regions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F9F9419-F868-5804-0941-C6F38578AA4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94315" y="1866507"/>
            <a:ext cx="4038600" cy="2920728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Summary Table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2046"/>
            <a:ext cx="8229600" cy="2630078"/>
          </a:xfrm>
        </p:spPr>
        <p:txBody>
          <a:bodyPr/>
          <a:lstStyle/>
          <a:p>
            <a:endParaRPr dirty="0"/>
          </a:p>
          <a:p>
            <a:pPr lvl="1"/>
            <a:r>
              <a:rPr sz="2400" dirty="0"/>
              <a:t>Compares supermarkets and grocery stores</a:t>
            </a:r>
          </a:p>
          <a:p>
            <a:pPr lvl="1"/>
            <a:r>
              <a:rPr sz="2400" dirty="0"/>
              <a:t>Shows </a:t>
            </a:r>
            <a:r>
              <a:rPr lang="en-IN" sz="2400" dirty="0"/>
              <a:t>Total </a:t>
            </a:r>
            <a:r>
              <a:rPr sz="2400" dirty="0"/>
              <a:t>sales, number of items, </a:t>
            </a:r>
            <a:r>
              <a:rPr lang="en-IN" sz="2400" dirty="0"/>
              <a:t>Average </a:t>
            </a:r>
            <a:r>
              <a:rPr sz="2400" dirty="0"/>
              <a:t>ratings, and visibility</a:t>
            </a:r>
          </a:p>
          <a:p>
            <a:pPr lvl="1"/>
            <a:r>
              <a:rPr lang="en-IN" sz="2400" dirty="0"/>
              <a:t>Useful for strategic decisions</a:t>
            </a:r>
            <a:endParaRPr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BAB09A-CAA1-4D0F-A361-40FF73D71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44478"/>
            <a:ext cx="9144000" cy="33135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4038600" cy="1143000"/>
          </a:xfrm>
        </p:spPr>
        <p:txBody>
          <a:bodyPr>
            <a:normAutofit/>
          </a:bodyPr>
          <a:lstStyle/>
          <a:p>
            <a:r>
              <a:rPr sz="4000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682" y="1300900"/>
            <a:ext cx="4326118" cy="48252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The dashboard helps us understand sales, outlets performance, and customer preferences clearly.</a:t>
            </a:r>
          </a:p>
          <a:p>
            <a:pPr marL="0" indent="0">
              <a:buNone/>
            </a:pPr>
            <a:r>
              <a:rPr lang="en-IN" dirty="0"/>
              <a:t>These insights can be used to improve sales, plan new outlets, enhance customer satisfaction, and support business decisions.</a:t>
            </a:r>
            <a:endParaRPr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25386ED-33A0-524C-DF77-60977F02F02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907403" y="0"/>
            <a:ext cx="4236597" cy="6858000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230</Words>
  <Application>Microsoft Office PowerPoint</Application>
  <PresentationFormat>On-screen Show (4:3)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BlinkIt  Sales Dashboard Analysis</vt:lpstr>
      <vt:lpstr>Objective</vt:lpstr>
      <vt:lpstr>  Key Performance Metrics </vt:lpstr>
      <vt:lpstr>Sales Trade Over Time</vt:lpstr>
      <vt:lpstr>Item Type Performance</vt:lpstr>
      <vt:lpstr>Fat Content Analysis</vt:lpstr>
      <vt:lpstr>Outlet Size Analysis</vt:lpstr>
      <vt:lpstr>Outlet Location Analysis</vt:lpstr>
      <vt:lpstr>Summary Table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Shreevidya G</cp:lastModifiedBy>
  <cp:revision>6</cp:revision>
  <dcterms:created xsi:type="dcterms:W3CDTF">2013-01-27T09:14:16Z</dcterms:created>
  <dcterms:modified xsi:type="dcterms:W3CDTF">2025-11-21T13:46:10Z</dcterms:modified>
  <cp:category/>
</cp:coreProperties>
</file>